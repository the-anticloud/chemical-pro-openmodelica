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OPENMODELICA | Category: CHEMICAL_PRODUCTION</a:t>
            </a:r>
          </a:p>
          <a:p>
            <a:r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Chemical process modeling without data egress. Cloud-hosted alternatives leak data by architecture; Anticloud FZ LLE delivers OPENMODELICA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OPENMODELICA (https://github.com/OpenModelica/OpenModelica, 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CHEMICAL_PRODUCTION;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